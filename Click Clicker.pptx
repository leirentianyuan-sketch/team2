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35921-E44B-460F-AD74-65BE00362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4E2191-D3C5-456C-8D9D-F5B1D6B0E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B1DB23-6F6D-4984-AC9E-B84C9E16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12971D-FA52-42AC-AB32-38EE50D5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DA1868-81F7-4D67-AA82-AD9E63DE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17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5220D-A392-409A-A86F-83F936AD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1F9EAC-0ACF-4DD4-A500-023EC516C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53D9BA-84F0-465D-8113-558941C3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5F0AAB-FE47-4B79-99F3-664C840B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8F4231-6649-453E-9D5B-AA1EA758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93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3371E-A613-469D-B0FF-516B4685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394113-A158-44BA-822E-B1FD62563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A077D5-0F89-4688-B661-4BCD5BD9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647205-784C-4389-8FA4-BE4DD9B6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D23CAF-E9E7-429D-A296-D63871D1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199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2AB0C7-592B-4647-8913-382C6ADE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39FB6B-2782-4283-BACF-222E4A187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FC2414-C4DE-4E32-BC59-529E93103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2C0D5F-F5DA-4EFC-A23E-11C33B87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B64667-47D3-4314-BE50-309BB409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F0AAC7-B4DC-432F-A2D9-C6DA049B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53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697CA0-01A9-446C-A8AB-C21D0D6B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5B5E8B-E8C1-4E65-B308-4B868CDA0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76D333-6363-4CA1-BDA3-73236ACAA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CEB7F9-F15C-4C4C-BFE3-E456E4850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058DCB-C10C-4ED5-BB8B-CEE3EABC4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41F2A60-BA6C-4AAA-9421-A067EF8F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BB6ACE-45B5-4F68-A13A-B5BDDE6E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5944A2D-DC3F-42E1-9A33-3D05E7F1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26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8B3BBE-16F1-48EA-BDD2-53A6CB3A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56B7C7-5982-4E7C-8C3C-F1A7DB5E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A7AC5A-2A3C-466A-8F78-D7ADBE81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77C8DC-FF59-4928-803D-75F6D8C6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70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608FF8-07F3-480D-AD05-F9C01B4B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F3BCA94-9871-400F-9D0E-C704BFD3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8A2EC3-36C4-444D-BC1F-B93C75F8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01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CA8B3F-A657-41AF-AC71-730A77B3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61519D-937A-4D64-A809-D2529F2C9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761586-5730-4F1C-B42E-E99533596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56C451-D477-4C24-9AB4-A3E778B2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EE839C-37C6-4B72-A216-457250624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F02734-FBD6-49BA-8DD5-67D0168A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83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F4BC32-6CF7-4B7E-983E-952449EC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CF5416-AAC8-4547-8C27-C5905215C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FF94A9-6F01-45B2-8030-410CCA1B5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BB9C07-1555-4554-81B9-1987B62F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027221-1E65-4CF0-83DA-ADEA9E7C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8FCA58-4B5C-4FFF-BA4D-AF1BDFA9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128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AA8BF-DFF1-4CE0-BD51-03B3026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1CCB32-83DF-4D68-BAC8-0D5B4D930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4C6036-A3B5-42DE-8616-7E81598B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981A16-E44B-43BD-8476-C6A6C362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3F46E9-0918-4DDE-AB20-723FD518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51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DEE68D0-FDEA-4941-8576-398D67A4C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2969DC-75AE-4110-8FA7-2B29DDAD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F94F26-BDC9-4EB7-9363-29580149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00A67A-6D8A-4041-8002-BC3E4702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C8CEE1-9B3B-4018-A6D4-8A3D65A3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8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DB10AD0-FAB1-47DD-B3D0-1484BE78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24BFB2-2C5A-42DA-8439-946BA3F0F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E69F46-28B0-42EA-BD4A-7A47D9AC6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50342-F8DD-4676-BB45-39CE9708A6EA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16080D-1AD9-41D0-A32E-31D7CE633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E7FC49-BB6E-487A-97CF-E5DB75DB5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BDA87-C9CB-4FCA-8423-A8B280A2E3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39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DCA1A-57D4-4CD2-BAED-3745014EC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7119" y="1387621"/>
            <a:ext cx="4365170" cy="91440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C</a:t>
            </a:r>
            <a:r>
              <a:rPr kumimoji="1" lang="en-US" altLang="ja-JP" dirty="0"/>
              <a:t>lick Clicker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ADF42B1-ED08-4317-A256-BDE9B5A50B63}"/>
              </a:ext>
            </a:extLst>
          </p:cNvPr>
          <p:cNvSpPr/>
          <p:nvPr/>
        </p:nvSpPr>
        <p:spPr>
          <a:xfrm>
            <a:off x="3295290" y="5451894"/>
            <a:ext cx="567618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Mouse LEFT Click START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725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1D0BC0E1-F467-46A0-9AA4-6C5F5D6E844F}"/>
              </a:ext>
            </a:extLst>
          </p:cNvPr>
          <p:cNvSpPr/>
          <p:nvPr/>
        </p:nvSpPr>
        <p:spPr>
          <a:xfrm>
            <a:off x="310551" y="655607"/>
            <a:ext cx="5825706" cy="595222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範囲内にボタンなりなんなりを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表示し</a:t>
            </a:r>
            <a:endParaRPr kumimoji="1" lang="en-US" altLang="ja-JP" dirty="0"/>
          </a:p>
          <a:p>
            <a:pPr algn="ctr"/>
            <a:r>
              <a:rPr lang="ja-JP" altLang="en-US" dirty="0"/>
              <a:t>それをクリックし値を貯めるゲーム</a:t>
            </a:r>
            <a:endParaRPr lang="en-US" altLang="ja-JP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709C834-BC4E-43FE-B8E1-1DD6A3870EAB}"/>
              </a:ext>
            </a:extLst>
          </p:cNvPr>
          <p:cNvSpPr/>
          <p:nvPr/>
        </p:nvSpPr>
        <p:spPr>
          <a:xfrm>
            <a:off x="6481315" y="327804"/>
            <a:ext cx="5440391" cy="628003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ED2740E-0505-47DB-8A8F-228A7042E953}"/>
              </a:ext>
            </a:extLst>
          </p:cNvPr>
          <p:cNvSpPr/>
          <p:nvPr/>
        </p:nvSpPr>
        <p:spPr>
          <a:xfrm>
            <a:off x="6763109" y="1035170"/>
            <a:ext cx="4813539" cy="51931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貯めた値を使い、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ダメージ量、自動クリックなどを</a:t>
            </a:r>
            <a:endParaRPr kumimoji="1" lang="en-US" altLang="ja-JP" dirty="0"/>
          </a:p>
          <a:p>
            <a:pPr algn="ctr"/>
            <a:r>
              <a:rPr lang="ja-JP" altLang="en-US" dirty="0"/>
              <a:t>追加できるようにする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757C5E9-41FF-4E84-AFF3-90EF453EBC3C}"/>
              </a:ext>
            </a:extLst>
          </p:cNvPr>
          <p:cNvSpPr/>
          <p:nvPr/>
        </p:nvSpPr>
        <p:spPr>
          <a:xfrm>
            <a:off x="270296" y="155275"/>
            <a:ext cx="1612934" cy="80266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値の表示</a:t>
            </a:r>
            <a:endParaRPr kumimoji="1" lang="en-US" altLang="ja-JP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0BE4719-438F-4634-B69F-6E3F27BBDD1C}"/>
              </a:ext>
            </a:extLst>
          </p:cNvPr>
          <p:cNvSpPr/>
          <p:nvPr/>
        </p:nvSpPr>
        <p:spPr>
          <a:xfrm>
            <a:off x="57508" y="5891841"/>
            <a:ext cx="2996243" cy="966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追加要素への移動用のウィジェット</a:t>
            </a:r>
            <a:r>
              <a:rPr kumimoji="1" lang="en-US" altLang="ja-JP" dirty="0" err="1"/>
              <a:t>orEXIT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167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04D1E95D-4C7E-4125-B368-51BBA65DF032}"/>
              </a:ext>
            </a:extLst>
          </p:cNvPr>
          <p:cNvCxnSpPr>
            <a:cxnSpLocks/>
          </p:cNvCxnSpPr>
          <p:nvPr/>
        </p:nvCxnSpPr>
        <p:spPr>
          <a:xfrm>
            <a:off x="2198914" y="2950028"/>
            <a:ext cx="1774372" cy="47897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楕円 1">
            <a:extLst>
              <a:ext uri="{FF2B5EF4-FFF2-40B4-BE49-F238E27FC236}">
                <a16:creationId xmlns:a16="http://schemas.microsoft.com/office/drawing/2014/main" id="{679D0F0F-0FCD-46ED-8BA6-EAC927BC1158}"/>
              </a:ext>
            </a:extLst>
          </p:cNvPr>
          <p:cNvSpPr/>
          <p:nvPr/>
        </p:nvSpPr>
        <p:spPr>
          <a:xfrm>
            <a:off x="1066800" y="326571"/>
            <a:ext cx="3461657" cy="97971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自動</a:t>
            </a:r>
            <a:r>
              <a:rPr kumimoji="1" lang="en-US" altLang="ja-JP" dirty="0"/>
              <a:t>click</a:t>
            </a:r>
            <a:r>
              <a:rPr kumimoji="1" lang="ja-JP" altLang="en-US" dirty="0"/>
              <a:t>の仕組み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6A3208B-16AB-4B56-97BB-1454C25FA76A}"/>
              </a:ext>
            </a:extLst>
          </p:cNvPr>
          <p:cNvSpPr/>
          <p:nvPr/>
        </p:nvSpPr>
        <p:spPr>
          <a:xfrm>
            <a:off x="402771" y="1398812"/>
            <a:ext cx="2209800" cy="1197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特定の</a:t>
            </a:r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KEY</a:t>
            </a:r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を押して</a:t>
            </a:r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true</a:t>
            </a:r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になるようにする</a:t>
            </a:r>
            <a:endParaRPr kumimoji="1" lang="en-US" altLang="ja-JP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B667A8-A6B2-4534-AC01-61FA16D30F9D}"/>
              </a:ext>
            </a:extLst>
          </p:cNvPr>
          <p:cNvSpPr/>
          <p:nvPr/>
        </p:nvSpPr>
        <p:spPr>
          <a:xfrm>
            <a:off x="3820886" y="3156857"/>
            <a:ext cx="1556657" cy="7184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カウント</a:t>
            </a:r>
          </a:p>
        </p:txBody>
      </p:sp>
      <p:sp>
        <p:nvSpPr>
          <p:cNvPr id="7" name="吹き出し: 円形 6">
            <a:extLst>
              <a:ext uri="{FF2B5EF4-FFF2-40B4-BE49-F238E27FC236}">
                <a16:creationId xmlns:a16="http://schemas.microsoft.com/office/drawing/2014/main" id="{50A4D8AD-67A1-4D7D-A0E5-C91DE773149F}"/>
              </a:ext>
            </a:extLst>
          </p:cNvPr>
          <p:cNvSpPr/>
          <p:nvPr/>
        </p:nvSpPr>
        <p:spPr>
          <a:xfrm>
            <a:off x="3145971" y="4136571"/>
            <a:ext cx="4996543" cy="1872343"/>
          </a:xfrm>
          <a:prstGeom prst="wedgeEllipseCallout">
            <a:avLst>
              <a:gd name="adj1" fmla="val -23630"/>
              <a:gd name="adj2" fmla="val -6742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最初は</a:t>
            </a:r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30.0f</a:t>
            </a:r>
          </a:p>
          <a:p>
            <a:pPr algn="ctr"/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ごとにポイント付与など</a:t>
            </a:r>
            <a:endParaRPr kumimoji="1" lang="en-US" altLang="ja-JP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ja-JP" altLang="en-US" dirty="0">
                <a:solidFill>
                  <a:schemeClr val="bg2">
                    <a:lumMod val="10000"/>
                  </a:schemeClr>
                </a:solidFill>
              </a:rPr>
              <a:t>後々強化により間隔を短くする。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C733A963-3DFA-4CB7-B433-B7B50251D9F3}"/>
              </a:ext>
            </a:extLst>
          </p:cNvPr>
          <p:cNvCxnSpPr>
            <a:stCxn id="6" idx="3"/>
          </p:cNvCxnSpPr>
          <p:nvPr/>
        </p:nvCxnSpPr>
        <p:spPr>
          <a:xfrm flipV="1">
            <a:off x="5377543" y="2362200"/>
            <a:ext cx="1066800" cy="115388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A98368-64A1-4DBF-996E-E1C5700B465E}"/>
              </a:ext>
            </a:extLst>
          </p:cNvPr>
          <p:cNvSpPr/>
          <p:nvPr/>
        </p:nvSpPr>
        <p:spPr>
          <a:xfrm>
            <a:off x="6008913" y="1774371"/>
            <a:ext cx="4550229" cy="13824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クリックしたときの動作と同じの動作</a:t>
            </a:r>
            <a:endParaRPr kumimoji="1" lang="en-US" altLang="ja-JP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ja-JP" altLang="en-US" dirty="0">
                <a:solidFill>
                  <a:schemeClr val="bg2">
                    <a:lumMod val="10000"/>
                  </a:schemeClr>
                </a:solidFill>
              </a:rPr>
              <a:t>ではなく</a:t>
            </a:r>
            <a:endParaRPr lang="en-US" altLang="ja-JP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ja-JP" altLang="en-US" dirty="0">
                <a:solidFill>
                  <a:schemeClr val="bg2">
                    <a:lumMod val="10000"/>
                  </a:schemeClr>
                </a:solidFill>
              </a:rPr>
              <a:t>特定の値の追加にしたほうが簡単かもしれない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6A8D2B5-F0C9-440E-B5BA-C898DA76B3DC}"/>
              </a:ext>
            </a:extLst>
          </p:cNvPr>
          <p:cNvSpPr/>
          <p:nvPr/>
        </p:nvSpPr>
        <p:spPr>
          <a:xfrm>
            <a:off x="6096000" y="108856"/>
            <a:ext cx="6128657" cy="160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特定の</a:t>
            </a:r>
            <a:r>
              <a:rPr lang="en-US" altLang="ja-JP" dirty="0"/>
              <a:t>KEY</a:t>
            </a:r>
            <a:r>
              <a:rPr lang="ja-JP" altLang="en-US" dirty="0"/>
              <a:t>と別の</a:t>
            </a:r>
            <a:r>
              <a:rPr lang="en-US" altLang="ja-JP" dirty="0"/>
              <a:t>KEY</a:t>
            </a:r>
            <a:r>
              <a:rPr lang="ja-JP" altLang="en-US" dirty="0"/>
              <a:t>を押すことで停止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76E5B70-2F98-4E0C-A18D-99D8B246342D}"/>
              </a:ext>
            </a:extLst>
          </p:cNvPr>
          <p:cNvSpPr/>
          <p:nvPr/>
        </p:nvSpPr>
        <p:spPr>
          <a:xfrm>
            <a:off x="566057" y="2857498"/>
            <a:ext cx="1676400" cy="1017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True</a:t>
            </a:r>
            <a:r>
              <a:rPr kumimoji="1" lang="ja-JP" altLang="en-US" dirty="0">
                <a:solidFill>
                  <a:schemeClr val="bg2">
                    <a:lumMod val="10000"/>
                  </a:schemeClr>
                </a:solidFill>
              </a:rPr>
              <a:t>かどうか判断</a:t>
            </a:r>
          </a:p>
        </p:txBody>
      </p:sp>
    </p:spTree>
    <p:extLst>
      <p:ext uri="{BB962C8B-B14F-4D97-AF65-F5344CB8AC3E}">
        <p14:creationId xmlns:p14="http://schemas.microsoft.com/office/powerpoint/2010/main" val="2958614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1C289353-EFB9-4522-AD1F-3E8F3A5CAC41}"/>
              </a:ext>
            </a:extLst>
          </p:cNvPr>
          <p:cNvSpPr/>
          <p:nvPr/>
        </p:nvSpPr>
        <p:spPr>
          <a:xfrm>
            <a:off x="914400" y="2460171"/>
            <a:ext cx="4093029" cy="36140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物体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C30799-7F4D-4CE5-A8E4-06E6D1214E2D}"/>
              </a:ext>
            </a:extLst>
          </p:cNvPr>
          <p:cNvSpPr/>
          <p:nvPr/>
        </p:nvSpPr>
        <p:spPr>
          <a:xfrm>
            <a:off x="9481457" y="174171"/>
            <a:ext cx="2362200" cy="11103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ポイントの描写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0E612CD-D033-4C4D-9EA2-F4D9E1E490D8}"/>
              </a:ext>
            </a:extLst>
          </p:cNvPr>
          <p:cNvSpPr/>
          <p:nvPr/>
        </p:nvSpPr>
        <p:spPr>
          <a:xfrm>
            <a:off x="3254829" y="707571"/>
            <a:ext cx="2699657" cy="203562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最初は仮として</a:t>
            </a:r>
            <a:endParaRPr kumimoji="1" lang="en-US" altLang="ja-JP" dirty="0"/>
          </a:p>
          <a:p>
            <a:pPr algn="ctr"/>
            <a:r>
              <a:rPr lang="en-US" altLang="ja-JP" dirty="0" err="1"/>
              <a:t>DrawFormatString</a:t>
            </a:r>
            <a:r>
              <a:rPr lang="ja-JP" altLang="en-US" dirty="0"/>
              <a:t>で</a:t>
            </a:r>
            <a:endParaRPr lang="en-US" altLang="ja-JP" dirty="0"/>
          </a:p>
          <a:p>
            <a:pPr algn="ctr"/>
            <a:r>
              <a:rPr kumimoji="1" lang="ja-JP" altLang="en-US" dirty="0"/>
              <a:t>後々その値に適した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画像を表示していきたい</a:t>
            </a:r>
          </a:p>
        </p:txBody>
      </p:sp>
    </p:spTree>
    <p:extLst>
      <p:ext uri="{BB962C8B-B14F-4D97-AF65-F5344CB8AC3E}">
        <p14:creationId xmlns:p14="http://schemas.microsoft.com/office/powerpoint/2010/main" val="428217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142</Words>
  <Application>Microsoft Office PowerPoint</Application>
  <PresentationFormat>ワイド画面</PresentationFormat>
  <Paragraphs>27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Click Clicker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Clicker</dc:title>
  <dc:creator>川口　世那</dc:creator>
  <cp:lastModifiedBy>川口　世那</cp:lastModifiedBy>
  <cp:revision>4</cp:revision>
  <dcterms:created xsi:type="dcterms:W3CDTF">2026-05-18T03:55:29Z</dcterms:created>
  <dcterms:modified xsi:type="dcterms:W3CDTF">2026-05-18T04:30:59Z</dcterms:modified>
</cp:coreProperties>
</file>